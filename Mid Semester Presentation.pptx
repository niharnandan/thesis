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0" r:id="rId4"/>
    <p:sldId id="262" r:id="rId5"/>
    <p:sldId id="263" r:id="rId6"/>
    <p:sldId id="257" r:id="rId7"/>
    <p:sldId id="25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58" autoAdjust="0"/>
    <p:restoredTop sz="94660"/>
  </p:normalViewPr>
  <p:slideViewPr>
    <p:cSldViewPr snapToGrid="0">
      <p:cViewPr varScale="1">
        <p:scale>
          <a:sx n="45" d="100"/>
          <a:sy n="45" d="100"/>
        </p:scale>
        <p:origin x="53" y="9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FD7AF-D8CA-4FF8-A332-8CCAA29BDB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72A621-2FB7-4BFB-A519-46B11DC495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96BF7-EFB2-4A06-8897-1A43BE0AB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10/19/2018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0C706-F999-4ACE-B7BC-BFCFB54D0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2B796B-FBFB-4EE1-98E7-37CE7EC83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019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52C16-F83F-4BFC-B298-C1776704E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C19652-940A-437E-ABB5-0C3B092F8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6C5E0-256D-4792-A7E9-34A928497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10/19/2018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6C9D84-51F2-4492-A25C-2CB114D0C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601CF-E769-4D53-AEEC-DDA73BF08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098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8B089-0C83-4ACD-9820-21833C42F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6149C9-F886-4B04-AD27-5258A819F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BC7FB-3703-4EA7-A087-AB4858813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10/19/2018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66BB0A-B803-42EB-AD1E-28E52B003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71F105-9BC0-497A-B233-854DE3DC5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857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02C9A-0C2B-4A0B-AEF6-D0DE76D40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7F58F9-290F-44D9-88D5-B4398A23F3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993A69-5290-41EE-9FF9-BC0189BC08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766189-0896-4D9C-8AA3-E22ED435D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10/19/2018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5B276C-CF83-48FD-81E2-9D8E61919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8DB4FA-5BD1-4E30-B267-F9EA4B29A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204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FEF0D-91A8-415B-8A0C-D9E7D22A5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2D7304-C89A-4062-B369-132B7AA15A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95D27A-E821-44A7-A1D3-5461476FB5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B83005-E9FC-4BB0-BD2F-12F91B952E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BF49AD-C7D4-40A6-8AC3-471AE45BA9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EDBD3C-1265-4ED7-AA62-967F3C4CC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10/19/2018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3E6FE2-FDE1-4F87-8506-10C467E74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21ECEC-125F-4140-9133-8670D33A5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563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B3CCB-7891-4336-B745-F6175A6F3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D4FF0A-AEB7-409C-9D7F-47F201D73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10/19/2018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CAA9A-6C7A-4B99-BC82-B1FBE69FD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1AD3E8-002D-4A7D-9685-0BC511A13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668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38AD33-56A9-4485-AC31-1A9A93581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10/19/2018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39ABBF-BDEC-4F0C-9C60-14EEA3A39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A6C7A2-309B-410D-8F0E-84F6C00AB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4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AAC9E-AAE1-40EA-9A10-786163296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86514-820A-44DB-9D31-BB7952F5D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6F8C01-D221-489F-A610-611E3EA409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9582FD-1F71-455F-AC05-11F5D5B05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10/19/2018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29E936-5CB3-4D37-A277-FC0B4EE3E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BB052B-958C-4249-AC50-6D74FE0C3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1524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37312-A17B-4F8B-BCDB-580390060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1E005B-8D40-4143-888B-56B675149A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DAE27E-7DA4-43A9-9599-0ACC55A7C2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568495-1527-4A79-9430-226B5DA51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10/19/2018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31C3BD-DA08-49CF-8880-4892E6D3A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373C1A-BFC1-4291-BAEE-033C540E9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85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5E188-4673-48C1-AF65-D909D4B65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77C601-12C6-4F6A-9C1C-AC7EEF3EA6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CD1BE-0358-4072-9ADF-064162F6A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10/19/2018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A707FC-9B4F-4C47-A160-6E2DCFE3D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13DC8D-5A57-4357-989E-F1D0E3134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758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D905DF-C0D7-4A6C-B919-385FA80B17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33A664-3F3D-4390-81D6-8F68036E7C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888B04-9D62-4227-8961-1E38D91A9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AD56-E5CE-4A48-BE26-3F874B3EFFB2}" type="datetimeFigureOut">
              <a:rPr lang="en-US" smtClean="0"/>
              <a:t>10/19/2018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461DC-149F-4A76-8AFC-B959ABF03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5B06A-405A-4AF6-8FCC-205B30D44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275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CEA379-128F-4DD9-99F5-7A7E2F2D5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1F66D-8745-44D9-93D3-2A6D7FF6D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B3FE54-474B-42DF-9004-8449603780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CEAD56-E5CE-4A48-BE26-3F874B3EFFB2}" type="datetimeFigureOut">
              <a:rPr lang="en-US" smtClean="0"/>
              <a:t>10/19/2018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FAD58-D216-409A-8DDD-63053845A4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0C694-808A-4F34-962C-AFB36007B7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C36BF6-A249-4B54-A7AC-5D1769053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5188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EDC7E-AB10-433C-949E-719BCAAC75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Mid Semester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545BBF-C756-495B-99D7-71EE3A06F1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H. Nihar Nandan</a:t>
            </a:r>
          </a:p>
        </p:txBody>
      </p:sp>
    </p:spTree>
    <p:extLst>
      <p:ext uri="{BB962C8B-B14F-4D97-AF65-F5344CB8AC3E}">
        <p14:creationId xmlns:p14="http://schemas.microsoft.com/office/powerpoint/2010/main" val="2668025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DE6EA-3F5C-474F-A7EA-28C968D92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0AD4E-D176-421B-BC59-33FB77F4EE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Obviously, we care about sea level rise, so how to model it</a:t>
            </a:r>
          </a:p>
          <a:p>
            <a:r>
              <a:rPr lang="en-US" dirty="0"/>
              <a:t>What we’re doing and what the final goal is –</a:t>
            </a:r>
          </a:p>
          <a:p>
            <a:pPr lvl="1"/>
            <a:r>
              <a:rPr lang="en-US" dirty="0"/>
              <a:t>Put some projections and figures here</a:t>
            </a:r>
          </a:p>
          <a:p>
            <a:pPr lvl="1"/>
            <a:r>
              <a:rPr lang="en-US" dirty="0"/>
              <a:t>Energy radiation figure (energy coming in and being trapped by land and sea)</a:t>
            </a:r>
          </a:p>
          <a:p>
            <a:pPr lvl="1"/>
            <a:r>
              <a:rPr lang="en-US" dirty="0"/>
              <a:t>Sea level rise vs. time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3580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94E99-24D7-45E7-A1B0-84EBACBB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8FE5B-48FB-402C-8663-FA87E9A76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Previous work with </a:t>
            </a:r>
            <a:r>
              <a:rPr lang="en-US" dirty="0" err="1"/>
              <a:t>DOECLIM+Rahmstorf</a:t>
            </a:r>
            <a:r>
              <a:rPr lang="en-US" dirty="0"/>
              <a:t> GMSL</a:t>
            </a:r>
          </a:p>
          <a:p>
            <a:pPr lvl="1"/>
            <a:r>
              <a:rPr lang="en-US" dirty="0"/>
              <a:t>Figure from Tony (MCMC </a:t>
            </a:r>
            <a:r>
              <a:rPr lang="en-US" dirty="0" err="1"/>
              <a:t>calibration+GMSL</a:t>
            </a:r>
            <a:r>
              <a:rPr lang="en-US" dirty="0"/>
              <a:t> emulator, projections of sea-level rise)</a:t>
            </a:r>
          </a:p>
          <a:p>
            <a:r>
              <a:rPr lang="en-US" dirty="0"/>
              <a:t>What is DOECLIM and GMSL: the two of these combined gives a simplified model for how radiative forcing affect temperatures and in effect sea level. </a:t>
            </a:r>
          </a:p>
          <a:p>
            <a:pPr lvl="1"/>
            <a:r>
              <a:rPr lang="en-US" dirty="0"/>
              <a:t>Could have a figure from </a:t>
            </a:r>
            <a:r>
              <a:rPr lang="en-US" dirty="0" err="1"/>
              <a:t>Kriegler</a:t>
            </a:r>
            <a:r>
              <a:rPr lang="en-US" dirty="0"/>
              <a:t> thesis</a:t>
            </a:r>
          </a:p>
          <a:p>
            <a:r>
              <a:rPr lang="en-US" dirty="0"/>
              <a:t>That work (and all others) assumed different data sets’ errors are independent. </a:t>
            </a:r>
          </a:p>
          <a:p>
            <a:pPr lvl="1"/>
            <a:r>
              <a:rPr lang="en-US" dirty="0"/>
              <a:t>The advance we want to make is accounting for these dependencies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0296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A2747-C860-4886-B9BB-651841A1D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Equations -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20C92-7700-40CA-979E-55B1448F2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some of the important equations </a:t>
            </a:r>
          </a:p>
          <a:p>
            <a:pPr lvl="1"/>
            <a:r>
              <a:rPr lang="en-US" dirty="0"/>
              <a:t>Main </a:t>
            </a:r>
            <a:r>
              <a:rPr lang="en-US" dirty="0" err="1"/>
              <a:t>sealevel</a:t>
            </a:r>
            <a:r>
              <a:rPr lang="en-US" dirty="0"/>
              <a:t> model</a:t>
            </a:r>
          </a:p>
          <a:p>
            <a:pPr lvl="1"/>
            <a:r>
              <a:rPr lang="en-US" dirty="0" err="1"/>
              <a:t>Enegery</a:t>
            </a:r>
            <a:r>
              <a:rPr lang="en-US" dirty="0"/>
              <a:t> radiative forcing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758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40E36-FA2F-4F4D-9393-CCE758049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D5F0C-0342-4830-A699-23008083B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projections, but the aim is to account for uncertainties</a:t>
            </a:r>
          </a:p>
          <a:p>
            <a:pPr lvl="1"/>
            <a:r>
              <a:rPr lang="en-US" dirty="0"/>
              <a:t>Good figure – </a:t>
            </a:r>
          </a:p>
          <a:p>
            <a:pPr lvl="2"/>
            <a:r>
              <a:rPr lang="en-US" dirty="0"/>
              <a:t>Uncalibrated simulation from the GMSL model vs observation and a calibrated simulation (the entire MCMC ensemble). </a:t>
            </a:r>
          </a:p>
          <a:p>
            <a:r>
              <a:rPr lang="en-US" dirty="0"/>
              <a:t>MCMC, what is the model (big picture stuff). </a:t>
            </a:r>
          </a:p>
        </p:txBody>
      </p:sp>
    </p:spTree>
    <p:extLst>
      <p:ext uri="{BB962C8B-B14F-4D97-AF65-F5344CB8AC3E}">
        <p14:creationId xmlns:p14="http://schemas.microsoft.com/office/powerpoint/2010/main" val="1833248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5C53-EDB5-44E6-A94A-9D1BB2663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been done -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D9501-7E18-4D69-80B6-157C1A793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MCMC model with </a:t>
            </a:r>
          </a:p>
          <a:p>
            <a:r>
              <a:rPr lang="en-US" dirty="0"/>
              <a:t>DOECLIM model</a:t>
            </a:r>
          </a:p>
          <a:p>
            <a:r>
              <a:rPr lang="en-US" dirty="0"/>
              <a:t>Simple AR1 matrix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6143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080C1-8EA5-4A70-9B44-C543F4A56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to get to the final goal -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8EF24-B224-4155-91B1-E792DE570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74728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222</Words>
  <Application>Microsoft Office PowerPoint</Application>
  <PresentationFormat>Widescreen</PresentationFormat>
  <Paragraphs>28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Mid Semester Presentation</vt:lpstr>
      <vt:lpstr>Primary Goal</vt:lpstr>
      <vt:lpstr>Motivation</vt:lpstr>
      <vt:lpstr>Equations -</vt:lpstr>
      <vt:lpstr>PowerPoint Presentation</vt:lpstr>
      <vt:lpstr>What’s been done -</vt:lpstr>
      <vt:lpstr>Steps to get to the final goal -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 Semester Presentation</dc:title>
  <dc:creator>H. Nihar Nandan</dc:creator>
  <cp:lastModifiedBy>H. Nihar Nandan</cp:lastModifiedBy>
  <cp:revision>11</cp:revision>
  <dcterms:created xsi:type="dcterms:W3CDTF">2018-10-19T18:36:10Z</dcterms:created>
  <dcterms:modified xsi:type="dcterms:W3CDTF">2018-10-19T21:33:45Z</dcterms:modified>
</cp:coreProperties>
</file>